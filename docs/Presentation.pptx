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Object Sans" charset="1" panose="00000300000000000000"/>
      <p:regular r:id="rId13"/>
    </p:embeddedFont>
    <p:embeddedFont>
      <p:font typeface="Object Sans Bold" charset="1" panose="000003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jpe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978076">
            <a:off x="3592938" y="1072958"/>
            <a:ext cx="4026000" cy="3660000"/>
          </a:xfrm>
          <a:custGeom>
            <a:avLst/>
            <a:gdLst/>
            <a:ahLst/>
            <a:cxnLst/>
            <a:rect r="r" b="b" t="t" l="l"/>
            <a:pathLst>
              <a:path h="3660000" w="4026000">
                <a:moveTo>
                  <a:pt x="0" y="0"/>
                </a:moveTo>
                <a:lnTo>
                  <a:pt x="4026000" y="0"/>
                </a:lnTo>
                <a:lnTo>
                  <a:pt x="4026000" y="3660001"/>
                </a:lnTo>
                <a:lnTo>
                  <a:pt x="0" y="3660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84210" y="3251620"/>
            <a:ext cx="16042779" cy="1171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50"/>
              </a:lnSpc>
            </a:pPr>
            <a:r>
              <a:rPr lang="en-US" sz="10455" spc="-836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PROJECT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61011" y="4544700"/>
            <a:ext cx="16165977" cy="2026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36"/>
              </a:lnSpc>
            </a:pPr>
            <a:r>
              <a:rPr lang="en-US" b="true" sz="18099" spc="-1447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ORCA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93831" y="7601590"/>
            <a:ext cx="5900337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6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LILIANNE SALORIO / 8 JASMINE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93831" y="7304625"/>
            <a:ext cx="59003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Presented By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93831" y="6376986"/>
            <a:ext cx="590033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 Organize.  Resolve.  Coordinate.  Align.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7948998">
            <a:off x="10714624" y="4880361"/>
            <a:ext cx="4026000" cy="3660000"/>
          </a:xfrm>
          <a:custGeom>
            <a:avLst/>
            <a:gdLst/>
            <a:ahLst/>
            <a:cxnLst/>
            <a:rect r="r" b="b" t="t" l="l"/>
            <a:pathLst>
              <a:path h="3660000" w="4026000">
                <a:moveTo>
                  <a:pt x="0" y="0"/>
                </a:moveTo>
                <a:lnTo>
                  <a:pt x="4026000" y="0"/>
                </a:lnTo>
                <a:lnTo>
                  <a:pt x="4026000" y="3660000"/>
                </a:lnTo>
                <a:lnTo>
                  <a:pt x="0" y="36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09800" y="2933810"/>
            <a:ext cx="6943415" cy="1171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PROBLEM</a:t>
            </a:r>
          </a:p>
          <a:p>
            <a:pPr algn="l">
              <a:lnSpc>
                <a:spcPts val="4499"/>
              </a:lnSpc>
            </a:pPr>
            <a:r>
              <a:rPr lang="en-US" b="true" sz="4999" spc="-24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STATEMENT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09800" y="4836477"/>
            <a:ext cx="8949500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people...  are still struggling? (Ex. Me)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309800" y="5824744"/>
            <a:ext cx="8949500" cy="1671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Even with advanced tools, people still struggle to avoid schedule conflicts- using multiple platforms only adds to the hassle.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24284" y="2790935"/>
            <a:ext cx="5324735" cy="4705130"/>
          </a:xfrm>
          <a:custGeom>
            <a:avLst/>
            <a:gdLst/>
            <a:ahLst/>
            <a:cxnLst/>
            <a:rect r="r" b="b" t="t" l="l"/>
            <a:pathLst>
              <a:path h="4705130" w="5324735">
                <a:moveTo>
                  <a:pt x="0" y="0"/>
                </a:moveTo>
                <a:lnTo>
                  <a:pt x="5324735" y="0"/>
                </a:lnTo>
                <a:lnTo>
                  <a:pt x="5324735" y="4705130"/>
                </a:lnTo>
                <a:lnTo>
                  <a:pt x="0" y="4705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42014" y="779594"/>
            <a:ext cx="6623607" cy="1250687"/>
            <a:chOff x="0" y="0"/>
            <a:chExt cx="1670980" cy="315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70980" cy="315519"/>
            </a:xfrm>
            <a:custGeom>
              <a:avLst/>
              <a:gdLst/>
              <a:ahLst/>
              <a:cxnLst/>
              <a:rect r="r" b="b" t="t" l="l"/>
              <a:pathLst>
                <a:path h="315519" w="1670980">
                  <a:moveTo>
                    <a:pt x="0" y="0"/>
                  </a:moveTo>
                  <a:lnTo>
                    <a:pt x="1670980" y="0"/>
                  </a:lnTo>
                  <a:lnTo>
                    <a:pt x="1670980" y="315519"/>
                  </a:lnTo>
                  <a:lnTo>
                    <a:pt x="0" y="315519"/>
                  </a:ln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670980" cy="3821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171575"/>
            <a:ext cx="6943415" cy="609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spc="-249">
                <a:solidFill>
                  <a:srgbClr val="F6F4F1"/>
                </a:solidFill>
                <a:latin typeface="Object Sans"/>
                <a:ea typeface="Object Sans"/>
                <a:cs typeface="Object Sans"/>
                <a:sym typeface="Object Sans"/>
              </a:rPr>
              <a:t>PROJECT</a:t>
            </a: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 </a:t>
            </a:r>
            <a:r>
              <a:rPr lang="en-US" b="true" sz="4999" spc="-24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OBJECTIVES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06042" y="2120056"/>
            <a:ext cx="508291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F6F4F1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500+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9790" y="3150552"/>
            <a:ext cx="8949500" cy="3919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Project Orca aims to develop a unified planner that lets the user log tasks, weekly schedules, and can detect time conflicts. </a:t>
            </a:r>
          </a:p>
          <a:p>
            <a:pPr algn="l">
              <a:lnSpc>
                <a:spcPts val="4479"/>
              </a:lnSpc>
            </a:pP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The system will display schedules, accept task inputs, and will automatically check for conflicts!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4173" y="8062471"/>
            <a:ext cx="4390367" cy="549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7"/>
              </a:lnSpc>
            </a:pPr>
            <a:r>
              <a:rPr lang="en-US" sz="156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this is pretty tricky for me so im still in the trial and error phase as of now hahahahhaa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03318" y="2532676"/>
            <a:ext cx="8437197" cy="609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PLANNED </a:t>
            </a:r>
            <a:r>
              <a:rPr lang="en-US" b="true" sz="4999" spc="-24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FEATURES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133020" y="3311796"/>
            <a:ext cx="2940014" cy="4009319"/>
            <a:chOff x="0" y="0"/>
            <a:chExt cx="3920019" cy="534575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3149506"/>
              <a:ext cx="3920019" cy="2196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659"/>
                </a:lnSpc>
              </a:pPr>
              <a:r>
                <a:rPr lang="en-US" sz="1899">
                  <a:solidFill>
                    <a:srgbClr val="292B2D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Combines task input and weekly scheduling into one interface.</a:t>
              </a:r>
            </a:p>
            <a:p>
              <a:pPr algn="just">
                <a:lnSpc>
                  <a:spcPts val="2659"/>
                </a:lnSpc>
              </a:pPr>
            </a:p>
            <a:p>
              <a:pPr algn="just">
                <a:lnSpc>
                  <a:spcPts val="2659"/>
                </a:lnSpc>
              </a:pP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0"/>
              <a:ext cx="3920019" cy="2899567"/>
              <a:chOff x="0" y="0"/>
              <a:chExt cx="741696" cy="54861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41696" cy="548619"/>
              </a:xfrm>
              <a:custGeom>
                <a:avLst/>
                <a:gdLst/>
                <a:ahLst/>
                <a:cxnLst/>
                <a:rect r="r" b="b" t="t" l="l"/>
                <a:pathLst>
                  <a:path h="548619" w="741696">
                    <a:moveTo>
                      <a:pt x="0" y="0"/>
                    </a:moveTo>
                    <a:lnTo>
                      <a:pt x="741696" y="0"/>
                    </a:lnTo>
                    <a:lnTo>
                      <a:pt x="741696" y="548619"/>
                    </a:lnTo>
                    <a:lnTo>
                      <a:pt x="0" y="548619"/>
                    </a:lnTo>
                    <a:close/>
                  </a:path>
                </a:pathLst>
              </a:custGeom>
              <a:solidFill>
                <a:srgbClr val="292B2D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66675"/>
                <a:ext cx="741696" cy="61529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20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455912" y="360440"/>
              <a:ext cx="3008195" cy="974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F6F4F1"/>
                  </a:solidFill>
                  <a:latin typeface="Object Sans Bold"/>
                  <a:ea typeface="Object Sans Bold"/>
                  <a:cs typeface="Object Sans Bold"/>
                  <a:sym typeface="Object Sans Bold"/>
                </a:rPr>
                <a:t>1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629388" y="1316115"/>
              <a:ext cx="2661243" cy="12998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47"/>
                </a:lnSpc>
              </a:pPr>
              <a:r>
                <a:rPr lang="en-US" sz="2123">
                  <a:solidFill>
                    <a:srgbClr val="F6F4F1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Unified Planning Workspace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434984" y="3308346"/>
            <a:ext cx="2940014" cy="3336933"/>
            <a:chOff x="0" y="0"/>
            <a:chExt cx="3920019" cy="4449244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3141991"/>
              <a:ext cx="3920019" cy="1307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659"/>
                </a:lnSpc>
              </a:pPr>
              <a:r>
                <a:rPr lang="en-US" sz="1899">
                  <a:solidFill>
                    <a:srgbClr val="292B2D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Displays a weekly calendar where tasks can be assigned. </a:t>
              </a:r>
            </a:p>
          </p:txBody>
        </p:sp>
        <p:grpSp>
          <p:nvGrpSpPr>
            <p:cNvPr name="Group 12" id="12"/>
            <p:cNvGrpSpPr/>
            <p:nvPr/>
          </p:nvGrpSpPr>
          <p:grpSpPr>
            <a:xfrm rot="0">
              <a:off x="0" y="0"/>
              <a:ext cx="3920019" cy="2899567"/>
              <a:chOff x="0" y="0"/>
              <a:chExt cx="741696" cy="548619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741696" cy="548619"/>
              </a:xfrm>
              <a:custGeom>
                <a:avLst/>
                <a:gdLst/>
                <a:ahLst/>
                <a:cxnLst/>
                <a:rect r="r" b="b" t="t" l="l"/>
                <a:pathLst>
                  <a:path h="548619" w="741696">
                    <a:moveTo>
                      <a:pt x="0" y="0"/>
                    </a:moveTo>
                    <a:lnTo>
                      <a:pt x="741696" y="0"/>
                    </a:lnTo>
                    <a:lnTo>
                      <a:pt x="741696" y="548619"/>
                    </a:lnTo>
                    <a:lnTo>
                      <a:pt x="0" y="548619"/>
                    </a:lnTo>
                    <a:close/>
                  </a:path>
                </a:pathLst>
              </a:custGeom>
              <a:solidFill>
                <a:srgbClr val="292B2D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66675"/>
                <a:ext cx="741696" cy="61529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20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455912" y="329748"/>
              <a:ext cx="3008195" cy="974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F6F4F1"/>
                  </a:solidFill>
                  <a:latin typeface="Object Sans Bold"/>
                  <a:ea typeface="Object Sans Bold"/>
                  <a:cs typeface="Object Sans Bold"/>
                  <a:sym typeface="Object Sans Bold"/>
                </a:rPr>
                <a:t>2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43447" y="1430734"/>
              <a:ext cx="2633124" cy="12863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6F4F1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 Weekly Schedule Visualization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736948" y="3308346"/>
            <a:ext cx="2940014" cy="3670308"/>
            <a:chOff x="0" y="0"/>
            <a:chExt cx="3920019" cy="4893744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3141991"/>
              <a:ext cx="3920019" cy="17517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659"/>
                </a:lnSpc>
              </a:pPr>
              <a:r>
                <a:rPr lang="en-US" sz="1899">
                  <a:solidFill>
                    <a:srgbClr val="292B2D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Automatically identifies overlapping tasks, and displays a visual warning upon entry. </a:t>
              </a:r>
            </a:p>
          </p:txBody>
        </p:sp>
        <p:grpSp>
          <p:nvGrpSpPr>
            <p:cNvPr name="Group 19" id="19"/>
            <p:cNvGrpSpPr/>
            <p:nvPr/>
          </p:nvGrpSpPr>
          <p:grpSpPr>
            <a:xfrm rot="0">
              <a:off x="0" y="0"/>
              <a:ext cx="3920019" cy="2899567"/>
              <a:chOff x="0" y="0"/>
              <a:chExt cx="741696" cy="548619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741696" cy="548619"/>
              </a:xfrm>
              <a:custGeom>
                <a:avLst/>
                <a:gdLst/>
                <a:ahLst/>
                <a:cxnLst/>
                <a:rect r="r" b="b" t="t" l="l"/>
                <a:pathLst>
                  <a:path h="548619" w="741696">
                    <a:moveTo>
                      <a:pt x="0" y="0"/>
                    </a:moveTo>
                    <a:lnTo>
                      <a:pt x="741696" y="0"/>
                    </a:lnTo>
                    <a:lnTo>
                      <a:pt x="741696" y="548619"/>
                    </a:lnTo>
                    <a:lnTo>
                      <a:pt x="0" y="548619"/>
                    </a:lnTo>
                    <a:close/>
                  </a:path>
                </a:pathLst>
              </a:custGeom>
              <a:solidFill>
                <a:srgbClr val="292B2D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66675"/>
                <a:ext cx="741696" cy="61529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20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455912" y="406161"/>
              <a:ext cx="3008195" cy="974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F6F4F1"/>
                  </a:solidFill>
                  <a:latin typeface="Object Sans Bold"/>
                  <a:ea typeface="Object Sans Bold"/>
                  <a:cs typeface="Object Sans Bold"/>
                  <a:sym typeface="Object Sans Bold"/>
                </a:rPr>
                <a:t>3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455912" y="1518681"/>
              <a:ext cx="3008195" cy="10824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3"/>
                </a:lnSpc>
              </a:pPr>
              <a:r>
                <a:rPr lang="en-US" sz="1794">
                  <a:solidFill>
                    <a:srgbClr val="F6F4F1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Real-Time Conflict Detection &amp; Notification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72446" y="5143500"/>
            <a:ext cx="6909913" cy="4114800"/>
          </a:xfrm>
          <a:custGeom>
            <a:avLst/>
            <a:gdLst/>
            <a:ahLst/>
            <a:cxnLst/>
            <a:rect r="r" b="b" t="t" l="l"/>
            <a:pathLst>
              <a:path h="4114800" w="6909913">
                <a:moveTo>
                  <a:pt x="0" y="0"/>
                </a:moveTo>
                <a:lnTo>
                  <a:pt x="6909914" y="0"/>
                </a:lnTo>
                <a:lnTo>
                  <a:pt x="690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26913" y="595468"/>
            <a:ext cx="6943415" cy="609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 INPUTS AND </a:t>
            </a:r>
            <a:r>
              <a:rPr lang="en-US" b="true" sz="4999" spc="-24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OUTPUTS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000893" y="1640148"/>
            <a:ext cx="7143107" cy="781293"/>
            <a:chOff x="0" y="0"/>
            <a:chExt cx="9524143" cy="1041724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432355" cy="1041724"/>
              <a:chOff x="0" y="0"/>
              <a:chExt cx="1217049" cy="197102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217049" cy="197102"/>
              </a:xfrm>
              <a:custGeom>
                <a:avLst/>
                <a:gdLst/>
                <a:ahLst/>
                <a:cxnLst/>
                <a:rect r="r" b="b" t="t" l="l"/>
                <a:pathLst>
                  <a:path h="197102" w="1217049">
                    <a:moveTo>
                      <a:pt x="0" y="0"/>
                    </a:moveTo>
                    <a:lnTo>
                      <a:pt x="1217049" y="0"/>
                    </a:lnTo>
                    <a:lnTo>
                      <a:pt x="1217049" y="197102"/>
                    </a:lnTo>
                    <a:lnTo>
                      <a:pt x="0" y="197102"/>
                    </a:lnTo>
                    <a:close/>
                  </a:path>
                </a:pathLst>
              </a:custGeom>
              <a:solidFill>
                <a:srgbClr val="292B2D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66675"/>
                <a:ext cx="1217049" cy="26377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20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937758" y="224085"/>
              <a:ext cx="7586385" cy="7078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87"/>
                </a:lnSpc>
              </a:pPr>
              <a:r>
                <a:rPr lang="en-US" sz="4097" spc="-204">
                  <a:solidFill>
                    <a:srgbClr val="F6F4F1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INPUTS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761989" y="1640148"/>
            <a:ext cx="6921449" cy="781293"/>
            <a:chOff x="0" y="0"/>
            <a:chExt cx="9228599" cy="1041724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6432355" cy="1041724"/>
              <a:chOff x="0" y="0"/>
              <a:chExt cx="1217049" cy="19710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17049" cy="197102"/>
              </a:xfrm>
              <a:custGeom>
                <a:avLst/>
                <a:gdLst/>
                <a:ahLst/>
                <a:cxnLst/>
                <a:rect r="r" b="b" t="t" l="l"/>
                <a:pathLst>
                  <a:path h="197102" w="1217049">
                    <a:moveTo>
                      <a:pt x="0" y="0"/>
                    </a:moveTo>
                    <a:lnTo>
                      <a:pt x="1217049" y="0"/>
                    </a:lnTo>
                    <a:lnTo>
                      <a:pt x="1217049" y="197102"/>
                    </a:lnTo>
                    <a:lnTo>
                      <a:pt x="0" y="197102"/>
                    </a:lnTo>
                    <a:close/>
                  </a:path>
                </a:pathLst>
              </a:custGeom>
              <a:solidFill>
                <a:srgbClr val="292B2D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66675"/>
                <a:ext cx="1217049" cy="26377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2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642214" y="224029"/>
              <a:ext cx="7586385" cy="7078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87"/>
                </a:lnSpc>
              </a:pPr>
              <a:r>
                <a:rPr lang="en-US" sz="4097" spc="-204">
                  <a:solidFill>
                    <a:srgbClr val="F6F4F1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OUTPUTS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638963" y="2710620"/>
            <a:ext cx="5872367" cy="2233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4" indent="-345437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user’s name</a:t>
            </a:r>
          </a:p>
          <a:p>
            <a:pPr algn="l" marL="690874" indent="-345437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schedule name </a:t>
            </a:r>
          </a:p>
          <a:p>
            <a:pPr algn="l" marL="690874" indent="-345437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input activity and time of 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    desired day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79447" y="2710620"/>
            <a:ext cx="5103084" cy="2233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4" indent="-345437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a visual of the schedule</a:t>
            </a:r>
          </a:p>
          <a:p>
            <a:pPr algn="l" marL="690874" indent="-345437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notification if conflicts in time are present.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6848262" y="-269028"/>
            <a:ext cx="9997020" cy="10825056"/>
          </a:xfrm>
          <a:custGeom>
            <a:avLst/>
            <a:gdLst/>
            <a:ahLst/>
            <a:cxnLst/>
            <a:rect r="r" b="b" t="t" l="l"/>
            <a:pathLst>
              <a:path h="10825056" w="9997020">
                <a:moveTo>
                  <a:pt x="0" y="0"/>
                </a:moveTo>
                <a:lnTo>
                  <a:pt x="9997020" y="0"/>
                </a:lnTo>
                <a:lnTo>
                  <a:pt x="9997020" y="10825056"/>
                </a:lnTo>
                <a:lnTo>
                  <a:pt x="0" y="108250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5810" y="2594270"/>
            <a:ext cx="6179798" cy="3275293"/>
          </a:xfrm>
          <a:custGeom>
            <a:avLst/>
            <a:gdLst/>
            <a:ahLst/>
            <a:cxnLst/>
            <a:rect r="r" b="b" t="t" l="l"/>
            <a:pathLst>
              <a:path h="3275293" w="6179798">
                <a:moveTo>
                  <a:pt x="0" y="0"/>
                </a:moveTo>
                <a:lnTo>
                  <a:pt x="6179798" y="0"/>
                </a:lnTo>
                <a:lnTo>
                  <a:pt x="6179798" y="3275293"/>
                </a:lnTo>
                <a:lnTo>
                  <a:pt x="0" y="32752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05810" y="6120685"/>
            <a:ext cx="6131959" cy="3579531"/>
          </a:xfrm>
          <a:custGeom>
            <a:avLst/>
            <a:gdLst/>
            <a:ahLst/>
            <a:cxnLst/>
            <a:rect r="r" b="b" t="t" l="l"/>
            <a:pathLst>
              <a:path h="3579531" w="6131959">
                <a:moveTo>
                  <a:pt x="0" y="0"/>
                </a:moveTo>
                <a:lnTo>
                  <a:pt x="6131959" y="0"/>
                </a:lnTo>
                <a:lnTo>
                  <a:pt x="6131959" y="3579530"/>
                </a:lnTo>
                <a:lnTo>
                  <a:pt x="0" y="35795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171575"/>
            <a:ext cx="8437197" cy="1171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PSEUDOCODE</a:t>
            </a:r>
          </a:p>
          <a:p>
            <a:pPr algn="l">
              <a:lnSpc>
                <a:spcPts val="4499"/>
              </a:lnSpc>
            </a:pPr>
            <a:r>
              <a:rPr lang="en-US" b="true" sz="4999" spc="-24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FLOWCHART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96582" y="4908551"/>
            <a:ext cx="8437197" cy="612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THANK </a:t>
            </a:r>
            <a:r>
              <a:rPr lang="en-US" b="true" sz="4999" spc="-24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YOU. 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DAG5sZ31nkE</dc:identifier>
  <dcterms:modified xsi:type="dcterms:W3CDTF">2011-08-01T06:04:30Z</dcterms:modified>
  <cp:revision>1</cp:revision>
  <dc:title>project</dc:title>
</cp:coreProperties>
</file>